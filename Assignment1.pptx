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ssignment1_15912842711140/oftotal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71CAC02-C727-487B-8E9F-F470A57AAF1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Assignment1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D62C1F2-48E7-412F-B8E8-4841418BF73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6/4/2020 3:34:45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% of total" id="2" name="slide2">
            <a:extLst>
              <a:ext uri="{FF2B5EF4-FFF2-40B4-BE49-F238E27FC236}">
                <a16:creationId xmlns:a16="http://schemas.microsoft.com/office/drawing/2014/main" id="{B06DAF9A-9BAA-421E-A35D-2B13DF7AEB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037" y="852487"/>
            <a:ext cx="54959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2020-06-04T15:34:45Z</dcterms:created>
  <dcterms:modified xsi:type="dcterms:W3CDTF">2020-06-04T15:34:45Z</dcterms:modified>
</cp:coreProperties>
</file>